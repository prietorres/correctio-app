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2" r:id="rId5"/>
    <p:sldId id="263" r:id="rId6"/>
    <p:sldId id="266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365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554480"/>
            <a:ext cx="4297680" cy="4297680"/>
          </a:xfrm>
          <a:prstGeom prst="ellipse">
            <a:avLst/>
          </a:prstGeom>
          <a:solidFill>
            <a:srgbClr val="150F2E"/>
          </a:solidFill>
          <a:ln w="19050">
            <a:solidFill>
              <a:srgbClr val="7C4D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371600" y="4663440"/>
            <a:ext cx="3383280" cy="3383280"/>
          </a:xfrm>
          <a:prstGeom prst="ellipse">
            <a:avLst/>
          </a:prstGeom>
          <a:solidFill>
            <a:srgbClr val="150F2E"/>
          </a:solidFill>
          <a:ln w="19050">
            <a:solidFill>
              <a:srgbClr val="FFB8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E ARQUITETURA</a:t>
            </a:r>
            <a:endParaRPr lang="en-US" sz="42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SOFTWARE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2400" dirty="0">
                <a:solidFill>
                  <a:schemeClr val="bg1"/>
                </a:solidFill>
              </a:rPr>
              <a:t>Metodologia de trabalho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7D01BF-B1E8-C9C2-E782-00410F3F7AE8}"/>
              </a:ext>
            </a:extLst>
          </p:cNvPr>
          <p:cNvSpPr/>
          <p:nvPr/>
        </p:nvSpPr>
        <p:spPr>
          <a:xfrm>
            <a:off x="822960" y="6115975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2400" dirty="0">
                <a:solidFill>
                  <a:schemeClr val="bg1"/>
                </a:solidFill>
              </a:rPr>
              <a:t>Prof</a:t>
            </a:r>
            <a:r>
              <a:rPr lang="pt-BR" sz="2400" baseline="30000" dirty="0">
                <a:solidFill>
                  <a:schemeClr val="bg1"/>
                </a:solidFill>
              </a:rPr>
              <a:t>a</a:t>
            </a:r>
            <a:r>
              <a:rPr lang="pt-BR" sz="2400" dirty="0">
                <a:solidFill>
                  <a:schemeClr val="bg1"/>
                </a:solidFill>
              </a:rPr>
              <a:t>. Tassiana Kautzmann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SEMESTRE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50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vocês vão construir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desenvolve um sistema web real, que evolui ao longo do semestre para um cliente/tema definido pela disciplina.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8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724912"/>
            <a:ext cx="1837944" cy="530352"/>
          </a:xfrm>
          <a:prstGeom prst="roundRect">
            <a:avLst>
              <a:gd name="adj" fmla="val 50000"/>
            </a:avLst>
          </a:prstGeom>
          <a:solidFill>
            <a:srgbClr val="150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2724912"/>
            <a:ext cx="1837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2569464" y="2724912"/>
            <a:ext cx="1837944" cy="530352"/>
          </a:xfrm>
          <a:prstGeom prst="roundRect">
            <a:avLst>
              <a:gd name="adj" fmla="val 50000"/>
            </a:avLst>
          </a:prstGeom>
          <a:solidFill>
            <a:srgbClr val="150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569464" y="2724912"/>
            <a:ext cx="1837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590288" y="2724912"/>
            <a:ext cx="1508760" cy="530352"/>
          </a:xfrm>
          <a:prstGeom prst="roundRect">
            <a:avLst>
              <a:gd name="adj" fmla="val 50000"/>
            </a:avLst>
          </a:prstGeom>
          <a:solidFill>
            <a:srgbClr val="150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90288" y="272491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8B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EM CAMADAS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600" dirty="0">
                <a:solidFill>
                  <a:srgbClr val="15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aplicação segue o mesmo fluxo: </a:t>
            </a:r>
            <a:r>
              <a:rPr lang="en-US" sz="16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→ controle → serviço → repositório → model</a:t>
            </a:r>
            <a:r>
              <a:rPr lang="en-US" sz="1600" dirty="0">
                <a:solidFill>
                  <a:srgbClr val="15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Cada camada tem uma única responsabilidade. É essa separação que o projeto vai avaliar ao longo do semestre.</a:t>
            </a:r>
            <a:endParaRPr lang="en-US" sz="1600" dirty="0"/>
          </a:p>
        </p:txBody>
      </p:sp>
      <p:pic>
        <p:nvPicPr>
          <p:cNvPr id="14" name="Image 0" descr="/home/claude/pas_deck/image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777240"/>
            <a:ext cx="47091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SEMESTRE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50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mesmo software, evoluindo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semestre é dividido em 3 Unidades. Cada uma entrega uma parte concreta do mesmo sistema, fechando com uma nota principal.</a:t>
            </a:r>
            <a:endParaRPr lang="en-US" sz="1600" dirty="0"/>
          </a:p>
        </p:txBody>
      </p:sp>
      <p:pic>
        <p:nvPicPr>
          <p:cNvPr id="5" name="Image 0" descr="/home/claude/pas_deck/images/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2103120"/>
            <a:ext cx="8348472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DE ENTREGA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50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se entrega em cada 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rápida, sem entrar em detalhe técnico ainda.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50F2E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22960" y="2221992"/>
            <a:ext cx="621792" cy="621792"/>
          </a:xfrm>
          <a:prstGeom prst="hexagon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22960" y="22219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54480" y="2130552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50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 err="1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</a:t>
            </a:r>
            <a:r>
              <a:rPr lang="en-US" sz="1100" b="1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11/09/2026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3063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5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(RF/RNF)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5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5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UML (casos de uso e classes)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5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do sistema construídas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5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já hospedado (Netlify/Vercel/GitHub Pages)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196596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50F2E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617720" y="2221992"/>
            <a:ext cx="621792" cy="621792"/>
          </a:xfrm>
          <a:prstGeom prst="hexagon">
            <a:avLst/>
          </a:prstGeom>
          <a:solidFill>
            <a:srgbClr val="17D6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617720" y="22219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50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349240" y="2130552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50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Conexão real com o banco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924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 err="1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</a:t>
            </a:r>
            <a:r>
              <a:rPr lang="en-US" sz="1100" b="1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23/10/2026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3429000"/>
            <a:ext cx="3063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5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arquitetura (camadas)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5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5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dados (MER/DER)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5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do N1 conectadas de verdade ao MySQL, sem dado fixo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5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Hospedagem atualizada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38160" y="196596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50F2E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8412480" y="2221992"/>
            <a:ext cx="621792" cy="621792"/>
          </a:xfrm>
          <a:prstGeom prst="hexagon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412480" y="22219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50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N3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144000" y="2130552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50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Refinamento e finalização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</a:t>
            </a:r>
            <a:r>
              <a:rPr lang="en-US" sz="1100" b="1" dirty="0" err="1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</a:t>
            </a:r>
            <a:r>
              <a:rPr lang="en-US" sz="1100" b="1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27/11</a:t>
            </a:r>
            <a:endParaRPr lang="en-US" sz="11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100" b="1" dirty="0" err="1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r>
              <a:rPr lang="en-US" sz="1100" b="1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00" b="1" dirty="0" err="1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0" y="3429000"/>
            <a:ext cx="3063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5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Validações, tratamento de erros e casos de borda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5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técnica final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5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hospedado na versão final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50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nota funciona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 vai de 0 a 10, sempre com os mesmos 4 critérios. </a:t>
            </a:r>
            <a:r>
              <a:rPr lang="en-US" sz="1600" b="1" i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peso </a:t>
            </a:r>
            <a:r>
              <a:rPr lang="en-US" sz="1600" b="1" i="1" dirty="0" err="1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</a:t>
            </a:r>
            <a:r>
              <a:rPr lang="en-US" sz="1600" b="1" i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</a:t>
            </a:r>
            <a:r>
              <a:rPr lang="en-US" sz="1600" b="1" i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 </a:t>
            </a:r>
            <a:r>
              <a:rPr lang="en-US" sz="1600" b="1" i="1" dirty="0" err="1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</a:t>
            </a:r>
            <a:r>
              <a:rPr lang="en-US" sz="1600" b="1" i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estará</a:t>
            </a:r>
            <a:r>
              <a:rPr lang="en-US" sz="1600" b="1" i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600" b="1" i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N3 (</a:t>
            </a:r>
            <a:r>
              <a:rPr lang="en-US" sz="1600" b="1" i="1" dirty="0" err="1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</a:t>
            </a:r>
            <a:r>
              <a:rPr lang="en-US" sz="1600" b="1" i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50F2E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868680" cy="868680"/>
          </a:xfrm>
          <a:prstGeom prst="hexagon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22402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251460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150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Diário de Organização de Tarefas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ficou sob sua responsabilidade na sprint, prazos e status.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55080" y="196596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50F2E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629400" y="2240280"/>
            <a:ext cx="868680" cy="868680"/>
          </a:xfrm>
          <a:prstGeom prst="hexagon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629400" y="2240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35240" y="22402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35240" y="251460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150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PRs e Contribuições no Git Aprovadas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29400" y="333756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Suas Pull Requests aprovadas. PR reprovada? Documente a reprovação e o reenvio.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50F2E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822960" y="4754880"/>
            <a:ext cx="868680" cy="868680"/>
          </a:xfrm>
          <a:prstGeom prst="hexagon">
            <a:avLst/>
          </a:prstGeom>
          <a:solidFill>
            <a:srgbClr val="17D6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22960" y="4754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0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28800" y="47548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28800" y="502920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150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Repositório Zipado + README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585216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da entrega daquela N, conforme os itens exigidos.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355080" y="448056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50F2E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6629400" y="4754880"/>
            <a:ext cx="868680" cy="868680"/>
          </a:xfrm>
          <a:prstGeom prst="hexagon">
            <a:avLst/>
          </a:prstGeom>
          <a:solidFill>
            <a:srgbClr val="17D6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629400" y="4754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0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35240" y="47548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35240" y="502920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150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Hospedado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629400" y="585216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funcionando em serviço gratuito, com o que já foi construído até aquela 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554480"/>
            <a:ext cx="4297680" cy="4297680"/>
          </a:xfrm>
          <a:prstGeom prst="ellipse">
            <a:avLst/>
          </a:prstGeom>
          <a:solidFill>
            <a:srgbClr val="150F2E"/>
          </a:solidFill>
          <a:ln w="19050">
            <a:solidFill>
              <a:srgbClr val="7C4D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371600" y="4663440"/>
            <a:ext cx="3383280" cy="3383280"/>
          </a:xfrm>
          <a:prstGeom prst="ellipse">
            <a:avLst/>
          </a:prstGeom>
          <a:solidFill>
            <a:srgbClr val="150F2E"/>
          </a:solidFill>
          <a:ln w="19050">
            <a:solidFill>
              <a:srgbClr val="FFB8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Ainda</a:t>
            </a: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713232" cy="713232"/>
          </a:xfrm>
          <a:prstGeom prst="hexagon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37360" y="258775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Criar o repositório do grupo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37360" y="304495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partida para todas as entregas da disciplina.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794760"/>
            <a:ext cx="713232" cy="713232"/>
          </a:xfrm>
          <a:prstGeom prst="hexagon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37360" y="37764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Análise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 do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projeto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 e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requisitos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37360" y="42336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</a:t>
            </a:r>
            <a:r>
              <a:rPr lang="en-US" sz="1500" dirty="0" err="1">
                <a:solidFill>
                  <a:srgbClr val="E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r>
              <a:rPr lang="en-US" sz="1500" dirty="0">
                <a:solidFill>
                  <a:srgbClr val="E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E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</a:t>
            </a:r>
            <a:r>
              <a:rPr lang="en-US" sz="1500" dirty="0">
                <a:solidFill>
                  <a:srgbClr val="E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500" dirty="0" err="1">
                <a:solidFill>
                  <a:srgbClr val="E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r>
              <a:rPr lang="en-US" sz="1500" dirty="0">
                <a:solidFill>
                  <a:srgbClr val="E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500" dirty="0" err="1">
                <a:solidFill>
                  <a:srgbClr val="E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</a:t>
            </a:r>
            <a:r>
              <a:rPr lang="en-US" sz="1500" dirty="0">
                <a:solidFill>
                  <a:srgbClr val="E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E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elencar</a:t>
            </a:r>
            <a:r>
              <a:rPr lang="en-US" sz="1500" dirty="0">
                <a:solidFill>
                  <a:srgbClr val="E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E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500" dirty="0">
                <a:solidFill>
                  <a:srgbClr val="E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E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r>
              <a:rPr lang="en-US" sz="1500" dirty="0">
                <a:solidFill>
                  <a:srgbClr val="E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A1F9628706C51488B0806396916EC48" ma:contentTypeVersion="10" ma:contentTypeDescription="Crie um novo documento." ma:contentTypeScope="" ma:versionID="f62669110cd7110865e80f1d3fd34a97">
  <xsd:schema xmlns:xsd="http://www.w3.org/2001/XMLSchema" xmlns:xs="http://www.w3.org/2001/XMLSchema" xmlns:p="http://schemas.microsoft.com/office/2006/metadata/properties" xmlns:ns2="88507a4e-f13d-4f05-b24e-4f84e5902a6b" xmlns:ns3="1aafdd7f-f18a-40a8-9dca-355e1e28a42c" targetNamespace="http://schemas.microsoft.com/office/2006/metadata/properties" ma:root="true" ma:fieldsID="432d8b9e7dc57b07d5c1e65b8fa0c144" ns2:_="" ns3:_="">
    <xsd:import namespace="88507a4e-f13d-4f05-b24e-4f84e5902a6b"/>
    <xsd:import namespace="1aafdd7f-f18a-40a8-9dca-355e1e28a4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507a4e-f13d-4f05-b24e-4f84e5902a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9909241e-d01b-4a73-875a-5dc875fd71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afdd7f-f18a-40a8-9dca-355e1e28a42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56bb0db-002b-4305-bea2-35c9affdc4a6}" ma:internalName="TaxCatchAll" ma:showField="CatchAllData" ma:web="1aafdd7f-f18a-40a8-9dca-355e1e28a4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aafdd7f-f18a-40a8-9dca-355e1e28a42c" xsi:nil="true"/>
    <lcf76f155ced4ddcb4097134ff3c332f xmlns="88507a4e-f13d-4f05-b24e-4f84e5902a6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BD8C4F7-5A2A-40CF-8C69-AA82783A5BFD}"/>
</file>

<file path=customXml/itemProps2.xml><?xml version="1.0" encoding="utf-8"?>
<ds:datastoreItem xmlns:ds="http://schemas.openxmlformats.org/officeDocument/2006/customXml" ds:itemID="{B44DBFD3-69CB-4957-B898-1F758304272A}"/>
</file>

<file path=customXml/itemProps3.xml><?xml version="1.0" encoding="utf-8"?>
<ds:datastoreItem xmlns:ds="http://schemas.openxmlformats.org/officeDocument/2006/customXml" ds:itemID="{F7853C32-83AE-47C2-9CA3-FC8A58235A50}"/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404</Words>
  <Application>Microsoft Office PowerPoint</Application>
  <PresentationFormat>Widescreen</PresentationFormat>
  <Paragraphs>74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TASSIANA KAUTZMANN</cp:lastModifiedBy>
  <cp:revision>3</cp:revision>
  <dcterms:created xsi:type="dcterms:W3CDTF">2026-08-07T20:16:17Z</dcterms:created>
  <dcterms:modified xsi:type="dcterms:W3CDTF">2026-08-07T23:36:53Z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0x010100FA1F9628706C51488B0806396916EC48</vt:lpwstr>
  </property>
</Properties>
</file>